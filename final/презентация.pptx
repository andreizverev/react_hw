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5" r:id="rId4"/>
    <p:sldId id="266" r:id="rId5"/>
    <p:sldId id="26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245" y="8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89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C7537F-8F8F-4855-8202-10BE4D9E024A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36000" tIns="36000" rIns="36000" bIns="36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60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27E907-E825-4BEA-A06A-F60E705763D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771967-C786-4657-95DE-4E24D32CAA61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2" name="PlaceHolder 7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8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499BD5A-1A02-4EA6-9E9E-ACD911A0C2F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D7A5E01-64B5-4E95-B252-6966C2FA7755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DD2252B-3676-4B8D-9AEC-DE27AD2BED8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3920760" y="-1256040"/>
            <a:ext cx="4350600" cy="10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D00CC3-21C9-4D5C-B04A-41DE5DC29B8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 rot="5400000">
            <a:off x="7133760" y="1956240"/>
            <a:ext cx="5811120" cy="26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1800360" y="-596160"/>
            <a:ext cx="5811120" cy="77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CF4C71A-1802-46DD-8279-7EF8C9B8608B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ru/" TargetMode="External"/><Relationship Id="rId5" Type="http://schemas.openxmlformats.org/officeDocument/2006/relationships/hyperlink" Target="https://vite.dev/" TargetMode="External"/><Relationship Id="rId4" Type="http://schemas.openxmlformats.org/officeDocument/2006/relationships/hyperlink" Target="https://react.dev/reference/rea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2799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Разработка интернет-магазина </a:t>
            </a:r>
            <a:r>
              <a:rPr lang="en-US" sz="5400" b="1" dirty="0" err="1">
                <a:solidFill>
                  <a:srgbClr val="082326"/>
                </a:solidFill>
                <a:latin typeface="Montserrat"/>
                <a:ea typeface="Montserrat"/>
              </a:rPr>
              <a:t>DogFood</a:t>
            </a:r>
            <a:endParaRPr lang="ru-RU" sz="5400" b="0" u="none" strike="noStrike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89;p2"/>
          <p:cNvSpPr/>
          <p:nvPr/>
        </p:nvSpPr>
        <p:spPr bwMode="auto">
          <a:xfrm>
            <a:off x="527400" y="5784120"/>
            <a:ext cx="6715688" cy="7932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3600" dirty="0">
                <a:solidFill>
                  <a:srgbClr val="082326"/>
                </a:solidFill>
                <a:latin typeface="Montserrat"/>
              </a:rPr>
              <a:t>Зверев</a:t>
            </a:r>
            <a:r>
              <a:rPr lang="en-US" sz="3600" dirty="0">
                <a:solidFill>
                  <a:srgbClr val="082326"/>
                </a:solidFill>
                <a:latin typeface="Montserrat"/>
              </a:rPr>
              <a:t> </a:t>
            </a:r>
            <a:r>
              <a:rPr lang="ru-RU" sz="3600" dirty="0">
                <a:solidFill>
                  <a:srgbClr val="082326"/>
                </a:solidFill>
                <a:latin typeface="Montserrat"/>
              </a:rPr>
              <a:t>Андрей Сергеевич</a:t>
            </a: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dirty="0"/>
              <a:t>JSX, </a:t>
            </a:r>
            <a:r>
              <a:rPr lang="en-US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TypeScript, </a:t>
            </a:r>
            <a:r>
              <a:rPr lang="en-US" sz="2000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react, redux, </a:t>
            </a:r>
            <a:r>
              <a:rPr lang="en-US" sz="2000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rtk</a:t>
            </a:r>
            <a:r>
              <a:rPr lang="en-US" sz="2000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, REST, </a:t>
            </a:r>
            <a:r>
              <a:rPr lang="en-US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IDE </a:t>
            </a:r>
            <a:r>
              <a:rPr lang="en-US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Intellij</a:t>
            </a:r>
            <a:r>
              <a:rPr lang="en-US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IDEA</a:t>
            </a:r>
            <a:r>
              <a:rPr lang="en-US" sz="2000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.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Используемые технологии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Форма логина и регистрации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A70720-4362-49EB-BCC2-74D30DEDC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2204864"/>
            <a:ext cx="5287912" cy="269431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53401F-8BB1-49FD-A8FD-26E799AC5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2201419"/>
            <a:ext cx="5328592" cy="268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6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Страница каталога товаров 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27989E-E9AC-4ABD-BE0F-6C354D8A6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6" y="2166503"/>
            <a:ext cx="8299491" cy="40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6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страницы товаров после обращения к поиску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F8519F-B4FB-4F69-9D67-C76D776C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6" y="2249438"/>
            <a:ext cx="8472264" cy="440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карточки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0AE570-3A46-4BE1-926A-6A3FC5727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6" y="2132856"/>
            <a:ext cx="8682028" cy="446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1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Блок отзывов карточки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DFA2DA0-7C8E-45B6-BB2C-2F38F1B1B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22" y="2144517"/>
            <a:ext cx="10920536" cy="411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7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Корзина с товарами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467D79-FCEC-45CC-B17C-447C21E3C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6" y="2247156"/>
            <a:ext cx="8328248" cy="406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3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Страница «Избранное»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664976-ECCB-4BDC-A223-7B45325BF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20776" y="2149261"/>
            <a:ext cx="9336360" cy="44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5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Личный кабинет пользователя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1AB4CE-50B6-4331-9026-E5C3678E4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2204864"/>
            <a:ext cx="8688288" cy="423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2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</a:rPr>
              <a:t>Отсутствует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Форма создания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33324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скрины</a:t>
            </a:r>
            <a:r>
              <a:rPr lang="ru-RU" sz="2000" u="none" strike="noStrike" dirty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примеров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903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React </a:t>
            </a:r>
            <a:r>
              <a:rPr lang="en-US" sz="2600" dirty="0" err="1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toastify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 – </a:t>
            </a: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примеры уведомлений</a:t>
            </a: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A8F8D30-9AF4-4AF9-84ED-A1A0771C4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9" y="2102807"/>
            <a:ext cx="6192688" cy="21121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1253DB-813D-4289-A9E5-718331D55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824" y="4365104"/>
            <a:ext cx="4919524" cy="232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6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1818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Выводы</a:t>
            </a:r>
            <a:endParaRPr lang="ru-RU" sz="5400" b="0" u="none" strike="noStrike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066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9344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Выводы по итогу обучения по программе «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на </a:t>
            </a:r>
            <a:r>
              <a:rPr lang="ru-RU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ReactJS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: продвинутый уровень»</a:t>
            </a: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2360" y="1772816"/>
            <a:ext cx="10947960" cy="20732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Опишите: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Научился использовать 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FSD, </a:t>
            </a: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инструменты оптимизации приложения, продвинутые возможности 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React</a:t>
            </a: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, настройки сборок и т.д.;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Иногда сложно понять, что же требуется по заданию</a:t>
            </a: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031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Списо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к используемых источников</a:t>
            </a: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247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marL="457200" indent="-457200">
              <a:buFontTx/>
              <a:buChar char="-"/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  <a:hlinkClick r:id="rId4"/>
              </a:rPr>
              <a:t>https://react.dev/reference/react</a:t>
            </a:r>
            <a:endParaRPr lang="en-US" sz="2600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 marL="457200" indent="-457200">
              <a:buFontTx/>
              <a:buChar char="-"/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  <a:hlinkClick r:id="rId5"/>
              </a:rPr>
              <a:t>https://www.typescriptlang.org/</a:t>
            </a:r>
          </a:p>
          <a:p>
            <a:pPr marL="457200" indent="-457200">
              <a:buFontTx/>
              <a:buChar char="-"/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  <a:hlinkClick r:id="rId5"/>
              </a:rPr>
              <a:t>https://vite.dev/</a:t>
            </a:r>
            <a:endParaRPr lang="en-US" sz="2600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 marL="457200" indent="-457200">
              <a:buFontTx/>
              <a:buChar char="-"/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  <a:hlinkClick r:id="rId6"/>
              </a:rPr>
              <a:t>https://developer.mozilla.org/ru/</a:t>
            </a:r>
            <a:endParaRPr lang="en-US" sz="2600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 marL="457200" indent="-457200">
              <a:buFontTx/>
              <a:buChar char="-"/>
              <a:tabLst>
                <a:tab pos="0" algn="l"/>
              </a:tabLst>
              <a:defRPr/>
            </a:pPr>
            <a:endParaRPr lang="ru-RU" sz="2600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859157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265</Words>
  <Application>Microsoft Office PowerPoint</Application>
  <DocSecurity>0</DocSecurity>
  <PresentationFormat>Широкоэкранный</PresentationFormat>
  <Paragraphs>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7" baseType="lpstr">
      <vt:lpstr>Arial</vt:lpstr>
      <vt:lpstr>Calibri</vt:lpstr>
      <vt:lpstr>Montserrat</vt:lpstr>
      <vt:lpstr>Montserrat ExtraBold</vt:lpstr>
      <vt:lpstr>Montserrat ExtraLight</vt:lpstr>
      <vt:lpstr>Montserrat SemiBold</vt:lpstr>
      <vt:lpstr>Play</vt:lpstr>
      <vt:lpstr>SB Sans Display Regular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synkka synkka</dc:creator>
  <cp:keywords/>
  <dc:description/>
  <cp:lastModifiedBy>Zverev Andrey</cp:lastModifiedBy>
  <cp:revision>12</cp:revision>
  <dcterms:created xsi:type="dcterms:W3CDTF">2022-04-05T09:52:12Z</dcterms:created>
  <dcterms:modified xsi:type="dcterms:W3CDTF">2025-11-24T02:46:35Z</dcterms:modified>
  <cp:category/>
  <dc:identifier/>
  <cp:contentStatus/>
  <dc:language>ru-RU</dc:language>
  <cp:version/>
</cp:coreProperties>
</file>